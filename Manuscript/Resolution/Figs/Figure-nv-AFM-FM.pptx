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058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95" d="100"/>
          <a:sy n="95" d="100"/>
        </p:scale>
        <p:origin x="229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122363"/>
            <a:ext cx="854964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602038"/>
            <a:ext cx="7543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3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709740"/>
            <a:ext cx="86753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589465"/>
            <a:ext cx="86753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1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825625"/>
            <a:ext cx="42748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825625"/>
            <a:ext cx="42748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65126"/>
            <a:ext cx="86753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681163"/>
            <a:ext cx="42551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505075"/>
            <a:ext cx="425517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681163"/>
            <a:ext cx="4276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505075"/>
            <a:ext cx="427613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9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9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6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87426"/>
            <a:ext cx="50920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0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87426"/>
            <a:ext cx="50920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3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6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65125"/>
            <a:ext cx="216884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65125"/>
            <a:ext cx="638079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65126"/>
            <a:ext cx="86753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825625"/>
            <a:ext cx="86753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46C3F-ABA7-3E46-8AE7-FC7A489DFC43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356352"/>
            <a:ext cx="339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A07C0-A97C-ED46-A256-6547D2967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8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9FC019B-27E8-1AE2-3F8F-EF3DD151EC1A}"/>
              </a:ext>
            </a:extLst>
          </p:cNvPr>
          <p:cNvGrpSpPr/>
          <p:nvPr/>
        </p:nvGrpSpPr>
        <p:grpSpPr>
          <a:xfrm>
            <a:off x="5624445" y="3504046"/>
            <a:ext cx="4572000" cy="3200400"/>
            <a:chOff x="5458209" y="228600"/>
            <a:chExt cx="4572000" cy="3200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A081BE-B03F-79AF-0BD5-F186B5C6F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8209" y="228600"/>
              <a:ext cx="4572000" cy="32004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C37213-6F77-D014-4A91-4A545814D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8961" y="457450"/>
              <a:ext cx="1205360" cy="120260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798007-8289-0F3A-3ECB-E2687E1CB2EE}"/>
              </a:ext>
            </a:extLst>
          </p:cNvPr>
          <p:cNvGrpSpPr/>
          <p:nvPr/>
        </p:nvGrpSpPr>
        <p:grpSpPr>
          <a:xfrm>
            <a:off x="5637096" y="176265"/>
            <a:ext cx="4572000" cy="3200400"/>
            <a:chOff x="5586146" y="3657600"/>
            <a:chExt cx="4572000" cy="3200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3AE02B-3B7D-74D1-A000-4BA6E89A3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6146" y="3657600"/>
              <a:ext cx="4572000" cy="3200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9D9271-BA6C-25F6-5696-6C6E2DD07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10906" y="3895432"/>
              <a:ext cx="1221902" cy="121445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042874-3BF7-95A7-F4DF-25212F45DC02}"/>
              </a:ext>
            </a:extLst>
          </p:cNvPr>
          <p:cNvGrpSpPr/>
          <p:nvPr/>
        </p:nvGrpSpPr>
        <p:grpSpPr>
          <a:xfrm>
            <a:off x="345171" y="176265"/>
            <a:ext cx="4572000" cy="3200400"/>
            <a:chOff x="532460" y="3657600"/>
            <a:chExt cx="4572000" cy="3200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732857-4727-42F7-B32C-F0B0180D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460" y="3657600"/>
              <a:ext cx="4572000" cy="3200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C8D27B0-8C61-B983-1182-6A68C90DA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38385" y="3916076"/>
              <a:ext cx="1170762" cy="117316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963956-9D59-8CFC-C33D-B056BF04F878}"/>
              </a:ext>
            </a:extLst>
          </p:cNvPr>
          <p:cNvGrpSpPr/>
          <p:nvPr/>
        </p:nvGrpSpPr>
        <p:grpSpPr>
          <a:xfrm>
            <a:off x="329293" y="3504045"/>
            <a:ext cx="4572000" cy="3200400"/>
            <a:chOff x="374079" y="228600"/>
            <a:chExt cx="4572000" cy="3200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0A14DB-DD67-AFC7-7425-7ADAE3CB5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4079" y="228600"/>
              <a:ext cx="4572000" cy="3200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EE0B362-69DC-FC26-3D25-A1F3CD410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45153" y="472550"/>
              <a:ext cx="1205360" cy="1187502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7FCFEB9-E17A-E756-8ADC-3294CD5E5660}"/>
              </a:ext>
            </a:extLst>
          </p:cNvPr>
          <p:cNvSpPr txBox="1"/>
          <p:nvPr/>
        </p:nvSpPr>
        <p:spPr>
          <a:xfrm>
            <a:off x="105176" y="2828286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7C8AF-9105-4048-97D8-AAA9168A705C}"/>
              </a:ext>
            </a:extLst>
          </p:cNvPr>
          <p:cNvSpPr txBox="1"/>
          <p:nvPr/>
        </p:nvSpPr>
        <p:spPr>
          <a:xfrm>
            <a:off x="5334715" y="275694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DFEF6-6585-1CA1-4A11-CA27D20A0E2C}"/>
              </a:ext>
            </a:extLst>
          </p:cNvPr>
          <p:cNvSpPr txBox="1"/>
          <p:nvPr/>
        </p:nvSpPr>
        <p:spPr>
          <a:xfrm>
            <a:off x="92084" y="6220071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F67CC-F872-DFF2-22C1-A3B5532F27A7}"/>
              </a:ext>
            </a:extLst>
          </p:cNvPr>
          <p:cNvSpPr txBox="1"/>
          <p:nvPr/>
        </p:nvSpPr>
        <p:spPr>
          <a:xfrm>
            <a:off x="5270487" y="622007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92280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8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Jakowski, Jacek</dc:creator>
  <cp:lastModifiedBy>Jakowski, Jacek</cp:lastModifiedBy>
  <cp:revision>4</cp:revision>
  <dcterms:created xsi:type="dcterms:W3CDTF">2026-07-14T22:36:33Z</dcterms:created>
  <dcterms:modified xsi:type="dcterms:W3CDTF">2026-07-14T22:46:56Z</dcterms:modified>
</cp:coreProperties>
</file>